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Raleway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 varScale="1">
        <p:scale>
          <a:sx n="91" d="100"/>
          <a:sy n="91" d="100"/>
        </p:scale>
        <p:origin x="78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514fcaf8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514fcaf8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/>
              <a:t>יצרנו כלי שמקבל פריימים ממיקרוסקופ שמצלם מולקולות זזות, </a:t>
            </a:r>
            <a:endParaRPr lang="he-I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514fcaf8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514fcaf8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514fcaf8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514fcaf8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514fcaf8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514fcaf8d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514fcaf8d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514fcaf8d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514fcaf8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5514fcaf8d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514fcaf8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5514fcaf8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250" y="500075"/>
            <a:ext cx="3814751" cy="46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0" y="173940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Team</a:t>
            </a:r>
            <a:r>
              <a:rPr lang="en-US" dirty="0"/>
              <a:t> 1-</a:t>
            </a:r>
            <a:r>
              <a:rPr lang="iw" dirty="0"/>
              <a:t> </a:t>
            </a:r>
            <a:r>
              <a:rPr lang="en-US" dirty="0"/>
              <a:t> </a:t>
            </a:r>
            <a:r>
              <a:rPr lang="iw" dirty="0"/>
              <a:t>The virtual microscope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0" y="3226450"/>
            <a:ext cx="45720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 b="1">
                <a:latin typeface="Times New Roman"/>
                <a:ea typeface="Times New Roman"/>
                <a:cs typeface="Times New Roman"/>
                <a:sym typeface="Times New Roman"/>
              </a:rPr>
              <a:t>Team members: Ariel Abramovitz, Shahar Zuntz, Avishai Wizel, Noy Porat</a:t>
            </a:r>
            <a:endParaRPr sz="1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Introduction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In this project, we built the “Virtual microscope”.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The virtual microscope will get n frames from real observation of molecules, and add K frames between every frame.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This will increase the resolution of the movie, allowing the researchers to better follow and understand molecules dynamics.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We called this tool “Up Scaler”.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Approach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 dirty="0"/>
              <a:t>Because we didn’t have real observation, we generate the movie using brownian motion, with a given parameters.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 dirty="0"/>
              <a:t>Then, the Up scaler will learn diffusion coefficient of every molecule type, and will add frames using brownian motion.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 dirty="0"/>
              <a:t>The learning will be according to the Mean Square Displacement algorithm.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 dirty="0"/>
              <a:t>Then, the Up scaler will move the molecules using brownian motion, with an addition of force vector towards the “desire” coordinate.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 dirty="0"/>
              <a:t>We created the “viewer” that will view our movies, and a GUI for friendly user interface.</a:t>
            </a:r>
            <a:endParaRPr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3550800" y="2304150"/>
            <a:ext cx="19356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Live Demo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Result</a:t>
            </a:r>
            <a:r>
              <a:rPr lang="en-US" dirty="0"/>
              <a:t>s</a:t>
            </a:r>
            <a:r>
              <a:rPr lang="iw" dirty="0"/>
              <a:t>- the diffusion coefficients</a:t>
            </a:r>
            <a:endParaRPr dirty="0"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979800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4371975" y="2257425"/>
            <a:ext cx="422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Lato"/>
                <a:ea typeface="Lato"/>
                <a:cs typeface="Lato"/>
                <a:sym typeface="Lato"/>
              </a:rPr>
              <a:t>Original coefficients: TCR = 1, CD45 = 2, LCK = 3.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>
                <a:latin typeface="Lato"/>
                <a:ea typeface="Lato"/>
                <a:cs typeface="Lato"/>
                <a:sym typeface="Lato"/>
              </a:rPr>
              <a:t>Calculated coefficients using first 50% frames: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{'D_TCR': 1.01, 'D_CD45': 1.97, 'D_LCK': 2.762}</a:t>
            </a:r>
            <a:endParaRPr dirty="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643725" y="575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/>
              <a:t>Result</a:t>
            </a:r>
            <a:r>
              <a:rPr lang="en-US" dirty="0"/>
              <a:t>s</a:t>
            </a:r>
            <a:r>
              <a:rPr lang="iw" dirty="0"/>
              <a:t>- compare with “True” results</a:t>
            </a:r>
            <a:endParaRPr dirty="0"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57975" y="1502075"/>
            <a:ext cx="4214100" cy="24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We generate X frames, and then deleted Y frames. Then, we used the Up scaler to complete these frames.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Finally, we compare the “True” frames with the Up scaler output frames, and to Up scaler that guess the diffusion coefficients: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highlight>
                <a:srgbClr val="FFFF00"/>
              </a:highlight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02075"/>
            <a:ext cx="4419525" cy="331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Summary and discussion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/>
              <a:t>We used the Up scaler as virtual microscope, resulting in higher resolution of molecular movement movie.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/>
              <a:t>We also provide easy-to-use GUI and a movie viewer for the users, creating accessible and understandable tool.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/>
              <a:t>This might help researcher to better understand the molecular dynamics and interactions.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iw" sz="1500"/>
              <a:t>Nevertheless, we did not succeed the learn all the other parameters.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Further possible upgrades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Create a 3D virtual microscope. Can better resemble membranes and more.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Learn all the other Browning motion parameters.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iw" sz="1600"/>
              <a:t>Using  other ways to learn the parameters (SVM, KNN, neural network, etc)</a:t>
            </a:r>
            <a:endParaRPr sz="16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‫הצגה על המסך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Times New Roman</vt:lpstr>
      <vt:lpstr>Raleway</vt:lpstr>
      <vt:lpstr>Lato</vt:lpstr>
      <vt:lpstr>Arial</vt:lpstr>
      <vt:lpstr>Streamline</vt:lpstr>
      <vt:lpstr>Team 1-  The virtual microscope</vt:lpstr>
      <vt:lpstr>Introduction</vt:lpstr>
      <vt:lpstr>Approach</vt:lpstr>
      <vt:lpstr>Live Demo</vt:lpstr>
      <vt:lpstr>Results- the diffusion coefficients</vt:lpstr>
      <vt:lpstr>Results- compare with “True” results</vt:lpstr>
      <vt:lpstr>Summary and discussion</vt:lpstr>
      <vt:lpstr>Further possible upgrades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1-  The virtual microscope</dc:title>
  <cp:lastModifiedBy>Avishai Wizel</cp:lastModifiedBy>
  <cp:revision>1</cp:revision>
  <dcterms:modified xsi:type="dcterms:W3CDTF">2023-06-27T11:19:26Z</dcterms:modified>
</cp:coreProperties>
</file>